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yan-sahu31.github.io/aryaninten/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yan-sahu31.github.io/aryaninten2/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yan-sahu31.github.io/aryaninten3/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yan-sahu31.github.io/aryaninten4/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yan-sahu31.github.io/aryaninten5.2/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yan-sahu31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icons/laptopcode_white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595360" y="3931920"/>
            <a:ext cx="475488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777240"/>
            <a:ext cx="1188720" cy="118872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4" name="Image 1" descr="/home/claude/deck/assets/icons/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" y="955548"/>
            <a:ext cx="832104" cy="83210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14400" y="2148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INTERNSHIP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896112" y="27432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at THIRANEX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914400" y="4160520"/>
            <a:ext cx="6217920" cy="2103120"/>
          </a:xfrm>
          <a:prstGeom prst="roundRect">
            <a:avLst>
              <a:gd name="adj" fmla="val 5217"/>
            </a:avLst>
          </a:prstGeom>
          <a:solidFill>
            <a:srgbClr val="1B3247"/>
          </a:solidFill>
          <a:ln/>
          <a:effectLst>
            <a:outerShdw sx="100000" sy="100000" kx="0" ky="0" algn="bl" rotWithShape="0" blurRad="76200" dist="25400" dir="5400000">
              <a:srgbClr val="0A0A0A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1234440" y="44165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2788920" y="44165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Sahu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234440" y="48463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2788920" y="48463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25SCS1003003233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1234440" y="5276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2788920" y="52760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1234440" y="57058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2788920" y="570585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(CSE) — 2nd Year, 3rd Semester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512064"/>
            <a:ext cx="713232" cy="713232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3" name="Image 0" descr="/home/claude/deck/assets/icons/task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81" y="619049"/>
            <a:ext cx="499262" cy="49926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5303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10241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web development tasks completed under the THIRANEX internship program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840480"/>
                <a:gridCol w="3108960"/>
                <a:gridCol w="1737360"/>
                <a:gridCol w="176753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HTML5 Semantic Structure &amp; Accessibility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4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Website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4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Aug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CSS3 &amp; Responsive 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4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Portfolio Redesign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4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Aug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 Logic &amp; State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4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To-Do List Application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4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Aug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Asynchronous JavaScript &amp; RESTful APIs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4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Dashboard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4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Sept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Full-Stack Deployment &amp; Project 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4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ShopFlow Product Catalog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4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Sept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074920"/>
            <a:ext cx="3515258" cy="1234440"/>
          </a:xfrm>
          <a:prstGeom prst="roundRect">
            <a:avLst>
              <a:gd name="adj" fmla="val 7407"/>
            </a:avLst>
          </a:prstGeom>
          <a:solidFill>
            <a:srgbClr val="E3F3F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48640" y="5184648"/>
            <a:ext cx="351525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5861304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 ON TRACK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338218" y="5074920"/>
            <a:ext cx="3515258" cy="1234440"/>
          </a:xfrm>
          <a:prstGeom prst="roundRect">
            <a:avLst>
              <a:gd name="adj" fmla="val 7407"/>
            </a:avLst>
          </a:prstGeom>
          <a:solidFill>
            <a:srgbClr val="E3F3F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338218" y="5184648"/>
            <a:ext cx="351525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12" name="Text 8"/>
          <p:cNvSpPr txBox="1"/>
          <p:nvPr/>
        </p:nvSpPr>
        <p:spPr>
          <a:xfrm>
            <a:off x="4475378" y="5861304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GITHUB PAGES DEPLOYMENTS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127797" y="5074920"/>
            <a:ext cx="3515258" cy="1234440"/>
          </a:xfrm>
          <a:prstGeom prst="roundRect">
            <a:avLst>
              <a:gd name="adj" fmla="val 7407"/>
            </a:avLst>
          </a:prstGeom>
          <a:solidFill>
            <a:srgbClr val="E3F3F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127797" y="5184648"/>
            <a:ext cx="351525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5" name="Text 11"/>
          <p:cNvSpPr txBox="1"/>
          <p:nvPr/>
        </p:nvSpPr>
        <p:spPr>
          <a:xfrm>
            <a:off x="8264957" y="5861304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SUBMISSION RATE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11094415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822960" cy="82296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3" name="Image 0" descr="/home/claude/deck/assets/icons/html5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644652"/>
            <a:ext cx="576072" cy="5760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530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90472" y="786384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Semantic Structure &amp; Accessibility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50292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11 Aug 2026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262872" y="8046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262872" y="8046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 Successfully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36192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multi-page personal portfolio website adhering strictly to modern semantic HTML5 standards and WCAG accessibility guidelines.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87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852928"/>
            <a:ext cx="6263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semantic tags (header, nav, main, footer)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ARIA labels and roles for screen readers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optimized, SEO-friendly meta tags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an accessible, tab-navigable contact form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69480" y="1536192"/>
            <a:ext cx="4373575" cy="1572768"/>
          </a:xfrm>
          <a:prstGeom prst="roundRect">
            <a:avLst>
              <a:gd name="adj" fmla="val 5814"/>
            </a:avLst>
          </a:prstGeom>
          <a:solidFill>
            <a:srgbClr val="E3F3F2"/>
          </a:solidFill>
          <a:ln/>
        </p:spPr>
      </p:sp>
      <p:sp>
        <p:nvSpPr>
          <p:cNvPr id="13" name="Shape 10"/>
          <p:cNvSpPr/>
          <p:nvPr/>
        </p:nvSpPr>
        <p:spPr>
          <a:xfrm>
            <a:off x="7498080" y="1764792"/>
            <a:ext cx="457200" cy="45720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4" name="Image 1" descr="/home/claude/deck/assets/icons/checkcir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660" y="183337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092440" y="1837944"/>
            <a:ext cx="3367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525512" y="2331720"/>
            <a:ext cx="38615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accessible, semantic skeleton of a portfolio website that scores 100 on Lighthouse Accessibility and SEO audits.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269480" y="3310128"/>
            <a:ext cx="4373575" cy="2606040"/>
          </a:xfrm>
          <a:prstGeom prst="roundRect">
            <a:avLst>
              <a:gd name="adj" fmla="val 3509"/>
            </a:avLst>
          </a:prstGeom>
          <a:solidFill>
            <a:srgbClr val="F2F5F8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525512" y="3493008"/>
            <a:ext cx="38615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PROJECT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525512" y="3794760"/>
            <a:ext cx="38615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Website</a:t>
            </a:r>
            <a:endParaRPr lang="en-US" sz="1450" dirty="0"/>
          </a:p>
        </p:txBody>
      </p:sp>
      <p:sp>
        <p:nvSpPr>
          <p:cNvPr id="20" name="Text 16">
            <a:hlinkClick r:id="rId3" tooltip=""/>
          </p:cNvPr>
          <p:cNvSpPr txBox="1"/>
          <p:nvPr/>
        </p:nvSpPr>
        <p:spPr>
          <a:xfrm>
            <a:off x="7525512" y="4389120"/>
            <a:ext cx="38615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Live Demo ↗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525512" y="4700016"/>
            <a:ext cx="38615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aryan-sahu31.github.io/aryaninten/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525512" y="5029200"/>
            <a:ext cx="699973" cy="274320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525512" y="5029200"/>
            <a:ext cx="6999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8353501" y="5029200"/>
            <a:ext cx="614843" cy="274320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8353501" y="5029200"/>
            <a:ext cx="6148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9096360" y="5029200"/>
            <a:ext cx="529712" cy="274320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9096360" y="5029200"/>
            <a:ext cx="52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9754088" y="5029200"/>
            <a:ext cx="614843" cy="274320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9754088" y="5029200"/>
            <a:ext cx="6148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11094415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822960" cy="82296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3" name="Image 0" descr="/home/claude/deck/assets/icons/css3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644652"/>
            <a:ext cx="576072" cy="5760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530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90472" y="786384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CSS3 &amp; Responsive Architecture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50292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18 Aug 2026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262872" y="8046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262872" y="8046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 Successfully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36192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the semantic portfolio into a visually stunning, fully responsive design using advanced CSS3 properties and modern layout architectures.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87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852928"/>
            <a:ext cx="6263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 CSS Grid for complex, two-dimensional page layouts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 Flexbox for localized component alignment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mobile-first responsive media queries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custom CSS variables for a dynamic light/dark mode theme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69480" y="1536192"/>
            <a:ext cx="4373575" cy="1572768"/>
          </a:xfrm>
          <a:prstGeom prst="roundRect">
            <a:avLst>
              <a:gd name="adj" fmla="val 5814"/>
            </a:avLst>
          </a:prstGeom>
          <a:solidFill>
            <a:srgbClr val="E3F3F2"/>
          </a:solidFill>
          <a:ln/>
        </p:spPr>
      </p:sp>
      <p:sp>
        <p:nvSpPr>
          <p:cNvPr id="13" name="Shape 10"/>
          <p:cNvSpPr/>
          <p:nvPr/>
        </p:nvSpPr>
        <p:spPr>
          <a:xfrm>
            <a:off x="7498080" y="1764792"/>
            <a:ext cx="457200" cy="45720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4" name="Image 1" descr="/home/claude/deck/assets/icons/checkcir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660" y="183337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092440" y="1837944"/>
            <a:ext cx="3367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525512" y="2331720"/>
            <a:ext cx="38615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pixel-perfect, highly responsive website that adapts flawlessly across all device screen sizes (mobile, tablet, desktop).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269480" y="3310128"/>
            <a:ext cx="4373575" cy="2606040"/>
          </a:xfrm>
          <a:prstGeom prst="roundRect">
            <a:avLst>
              <a:gd name="adj" fmla="val 3509"/>
            </a:avLst>
          </a:prstGeom>
          <a:solidFill>
            <a:srgbClr val="F2F5F8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525512" y="3493008"/>
            <a:ext cx="38615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PROJECT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525512" y="3794760"/>
            <a:ext cx="38615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Portfolio Redesign</a:t>
            </a:r>
            <a:endParaRPr lang="en-US" sz="1450" dirty="0"/>
          </a:p>
        </p:txBody>
      </p:sp>
      <p:sp>
        <p:nvSpPr>
          <p:cNvPr id="20" name="Text 16">
            <a:hlinkClick r:id="rId3" tooltip=""/>
          </p:cNvPr>
          <p:cNvSpPr txBox="1"/>
          <p:nvPr/>
        </p:nvSpPr>
        <p:spPr>
          <a:xfrm>
            <a:off x="7525512" y="4389120"/>
            <a:ext cx="38615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Live Demo ↗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525512" y="4700016"/>
            <a:ext cx="38615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aryan-sahu31.github.io/aryaninten2/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525512" y="5029200"/>
            <a:ext cx="955365" cy="274320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525512" y="5029200"/>
            <a:ext cx="955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8608893" y="5029200"/>
            <a:ext cx="870234" cy="274320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8608893" y="5029200"/>
            <a:ext cx="870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9607144" y="5029200"/>
            <a:ext cx="1381018" cy="274320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9607144" y="5029200"/>
            <a:ext cx="1381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7525512" y="5413248"/>
            <a:ext cx="1040496" cy="274320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525512" y="5413248"/>
            <a:ext cx="1040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11094415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822960" cy="82296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3" name="Image 0" descr="/home/claude/deck/assets/icons/j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644652"/>
            <a:ext cx="576072" cy="5760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530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90472" y="786384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Logic &amp; State Management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50292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25 Aug 2026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262872" y="8046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262872" y="8046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 Successfully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36192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interactive, client-side To-Do List application to master DOM manipulation, event handling, and local data persistence.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87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852928"/>
            <a:ext cx="6263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full CRUD (Create, Read, Update, Delete) functionality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data automatically using window.localStorage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advanced filtering (All, Active, Completed)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dynamic DOM elements and attach delegated event listeners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69480" y="1536192"/>
            <a:ext cx="4373575" cy="1572768"/>
          </a:xfrm>
          <a:prstGeom prst="roundRect">
            <a:avLst>
              <a:gd name="adj" fmla="val 5814"/>
            </a:avLst>
          </a:prstGeom>
          <a:solidFill>
            <a:srgbClr val="E3F3F2"/>
          </a:solidFill>
          <a:ln/>
        </p:spPr>
      </p:sp>
      <p:sp>
        <p:nvSpPr>
          <p:cNvPr id="13" name="Shape 10"/>
          <p:cNvSpPr/>
          <p:nvPr/>
        </p:nvSpPr>
        <p:spPr>
          <a:xfrm>
            <a:off x="7498080" y="1764792"/>
            <a:ext cx="457200" cy="45720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4" name="Image 1" descr="/home/claude/deck/assets/icons/checkcir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660" y="183337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092440" y="1837944"/>
            <a:ext cx="3367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525512" y="2331720"/>
            <a:ext cx="38615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functional, state-driven task management application that retains user data across browser reloads.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269480" y="3310128"/>
            <a:ext cx="4373575" cy="2606040"/>
          </a:xfrm>
          <a:prstGeom prst="roundRect">
            <a:avLst>
              <a:gd name="adj" fmla="val 3509"/>
            </a:avLst>
          </a:prstGeom>
          <a:solidFill>
            <a:srgbClr val="F2F5F8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525512" y="3493008"/>
            <a:ext cx="38615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PROJECT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525512" y="3794760"/>
            <a:ext cx="38615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 List Application</a:t>
            </a:r>
            <a:endParaRPr lang="en-US" sz="1450" dirty="0"/>
          </a:p>
        </p:txBody>
      </p:sp>
      <p:sp>
        <p:nvSpPr>
          <p:cNvPr id="20" name="Text 16">
            <a:hlinkClick r:id="rId3" tooltip=""/>
          </p:cNvPr>
          <p:cNvSpPr txBox="1"/>
          <p:nvPr/>
        </p:nvSpPr>
        <p:spPr>
          <a:xfrm>
            <a:off x="7525512" y="4389120"/>
            <a:ext cx="38615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Live Demo ↗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525512" y="4700016"/>
            <a:ext cx="38615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aryan-sahu31.github.io/aryaninten3/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525512" y="5029200"/>
            <a:ext cx="529712" cy="274320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525512" y="5029200"/>
            <a:ext cx="52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8183240" y="5029200"/>
            <a:ext cx="614843" cy="274320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8183240" y="5029200"/>
            <a:ext cx="6148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926098" y="5029200"/>
            <a:ext cx="1295888" cy="274320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926098" y="5029200"/>
            <a:ext cx="129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10350002" y="5029200"/>
            <a:ext cx="785104" cy="274320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10350002" y="5029200"/>
            <a:ext cx="78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11094415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822960" cy="82296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3" name="Image 0" descr="/home/claude/deck/assets/icons/cloudsu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644652"/>
            <a:ext cx="576072" cy="5760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530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90472" y="786384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JavaScript &amp; RESTful APIs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50292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01 Sept 2026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262872" y="8046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262872" y="8046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 Successfully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36192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real-time Weather Dashboard by fetching and processing JSON data from a public REST API using asynchronous JavaScript.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87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852928"/>
            <a:ext cx="6263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real-time data using the modern Fetch API and async/await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comprehensive error handling for failed network requests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and dynamically render complex nested JSON objects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search functionality to retrieve weather by city name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69480" y="1536192"/>
            <a:ext cx="4373575" cy="1572768"/>
          </a:xfrm>
          <a:prstGeom prst="roundRect">
            <a:avLst>
              <a:gd name="adj" fmla="val 5814"/>
            </a:avLst>
          </a:prstGeom>
          <a:solidFill>
            <a:srgbClr val="E3F3F2"/>
          </a:solidFill>
          <a:ln/>
        </p:spPr>
      </p:sp>
      <p:sp>
        <p:nvSpPr>
          <p:cNvPr id="13" name="Shape 10"/>
          <p:cNvSpPr/>
          <p:nvPr/>
        </p:nvSpPr>
        <p:spPr>
          <a:xfrm>
            <a:off x="7498080" y="1764792"/>
            <a:ext cx="457200" cy="45720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4" name="Image 1" descr="/home/claude/deck/assets/icons/checkcir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660" y="183337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092440" y="1837944"/>
            <a:ext cx="3367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525512" y="2331720"/>
            <a:ext cx="38615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 dashboard that displays accurate, live weather metrics (temperature, humidity, wind speed) based on user input.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269480" y="3310128"/>
            <a:ext cx="4373575" cy="2606040"/>
          </a:xfrm>
          <a:prstGeom prst="roundRect">
            <a:avLst>
              <a:gd name="adj" fmla="val 3509"/>
            </a:avLst>
          </a:prstGeom>
          <a:solidFill>
            <a:srgbClr val="F2F5F8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525512" y="3493008"/>
            <a:ext cx="38615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PROJECT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525512" y="3794760"/>
            <a:ext cx="38615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Dashboard</a:t>
            </a:r>
            <a:endParaRPr lang="en-US" sz="1450" dirty="0"/>
          </a:p>
        </p:txBody>
      </p:sp>
      <p:sp>
        <p:nvSpPr>
          <p:cNvPr id="20" name="Text 16">
            <a:hlinkClick r:id="rId3" tooltip=""/>
          </p:cNvPr>
          <p:cNvSpPr txBox="1"/>
          <p:nvPr/>
        </p:nvSpPr>
        <p:spPr>
          <a:xfrm>
            <a:off x="7525512" y="4389120"/>
            <a:ext cx="38615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Live Demo ↗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525512" y="4700016"/>
            <a:ext cx="38615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aryan-sahu31.github.io/aryaninten4/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525512" y="5029200"/>
            <a:ext cx="1040496" cy="274320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525512" y="5029200"/>
            <a:ext cx="1040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8694024" y="5029200"/>
            <a:ext cx="1210757" cy="274320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8694024" y="5029200"/>
            <a:ext cx="12107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10032797" y="5029200"/>
            <a:ext cx="614843" cy="274320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10032797" y="5029200"/>
            <a:ext cx="6148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7525512" y="5413248"/>
            <a:ext cx="614843" cy="274320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525512" y="5413248"/>
            <a:ext cx="6148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11094415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822960" cy="82296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3" name="Image 0" descr="/home/claude/deck/assets/icons/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644652"/>
            <a:ext cx="576072" cy="5760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530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90472" y="786384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Deployment &amp; Project Architecture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50292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03 Sept 2026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262872" y="8046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262872" y="8046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 Successfully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36192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all prior knowledge to build, optimize, and deploy a comprehensive Web Development Capstone Project — an e-commerce product catalog.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87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852928"/>
            <a:ext cx="6263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a modular frontend application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client-side routing for seamless navigation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assets (images, minified code) for maximum performance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B4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application live to a modern hosting platform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69480" y="1536192"/>
            <a:ext cx="4373575" cy="1572768"/>
          </a:xfrm>
          <a:prstGeom prst="roundRect">
            <a:avLst>
              <a:gd name="adj" fmla="val 5814"/>
            </a:avLst>
          </a:prstGeom>
          <a:solidFill>
            <a:srgbClr val="E3F3F2"/>
          </a:solidFill>
          <a:ln/>
        </p:spPr>
      </p:sp>
      <p:sp>
        <p:nvSpPr>
          <p:cNvPr id="13" name="Shape 10"/>
          <p:cNvSpPr/>
          <p:nvPr/>
        </p:nvSpPr>
        <p:spPr>
          <a:xfrm>
            <a:off x="7498080" y="1764792"/>
            <a:ext cx="457200" cy="45720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4" name="Image 1" descr="/home/claude/deck/assets/icons/checkcir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660" y="183337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092440" y="1837944"/>
            <a:ext cx="3367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525512" y="2331720"/>
            <a:ext cx="38615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production-ready web application with a public URL that demonstrates professional-grade web development capabilities.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269480" y="3310128"/>
            <a:ext cx="4373575" cy="2606040"/>
          </a:xfrm>
          <a:prstGeom prst="roundRect">
            <a:avLst>
              <a:gd name="adj" fmla="val 3509"/>
            </a:avLst>
          </a:prstGeom>
          <a:solidFill>
            <a:srgbClr val="F2F5F8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525512" y="3493008"/>
            <a:ext cx="38615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PROJECT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525512" y="3794760"/>
            <a:ext cx="38615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ShopFlow — Capstone Product Catalog</a:t>
            </a:r>
            <a:endParaRPr lang="en-US" sz="1450" dirty="0"/>
          </a:p>
        </p:txBody>
      </p:sp>
      <p:sp>
        <p:nvSpPr>
          <p:cNvPr id="20" name="Text 16">
            <a:hlinkClick r:id="rId3" tooltip=""/>
          </p:cNvPr>
          <p:cNvSpPr txBox="1"/>
          <p:nvPr/>
        </p:nvSpPr>
        <p:spPr>
          <a:xfrm>
            <a:off x="7525512" y="4389120"/>
            <a:ext cx="38615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Live Demo ↗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525512" y="4700016"/>
            <a:ext cx="38615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aryan-sahu31.github.io/aryaninten5.2/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525512" y="5029200"/>
            <a:ext cx="1466149" cy="274320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525512" y="5029200"/>
            <a:ext cx="1466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Routing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9119677" y="5029200"/>
            <a:ext cx="1295888" cy="274320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119677" y="5029200"/>
            <a:ext cx="129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7525512" y="5413248"/>
            <a:ext cx="1125626" cy="274320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525512" y="5413248"/>
            <a:ext cx="1125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11094415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512064"/>
            <a:ext cx="713232" cy="713232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3" name="Image 0" descr="/home/claude/deck/assets/icons/laptop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81" y="619049"/>
            <a:ext cx="499262" cy="49926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53035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Technology Progression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102412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built on the last — from static markup to a deployed, full-stack application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658082" y="2514600"/>
            <a:ext cx="8875532" cy="0"/>
          </a:xfrm>
          <a:prstGeom prst="line">
            <a:avLst/>
          </a:prstGeom>
          <a:noFill/>
          <a:ln w="25400">
            <a:solidFill>
              <a:srgbClr val="D7E0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69462" y="2125980"/>
            <a:ext cx="777240" cy="77724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8" name="Image 1" descr="/home/claude/deck/assets/icons/html5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048" y="2242566"/>
            <a:ext cx="544068" cy="5440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2242" y="30815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52242" y="3410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01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488345" y="2125980"/>
            <a:ext cx="777240" cy="77724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2" name="Image 2" descr="/home/claude/deck/assets/icons/css3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931" y="2242566"/>
            <a:ext cx="544068" cy="5440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871125" y="30815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2871125" y="3410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02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707228" y="2125980"/>
            <a:ext cx="777240" cy="77724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6" name="Image 3" descr="/home/claude/deck/assets/icons/j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3814" y="2242566"/>
            <a:ext cx="544068" cy="5440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090008" y="30815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090008" y="3410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03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926111" y="2125980"/>
            <a:ext cx="777240" cy="77724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20" name="Image 4" descr="/home/claude/deck/assets/icons/cloudsu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2697" y="2242566"/>
            <a:ext cx="544068" cy="54406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308891" y="30815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7308891" y="3410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04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10144994" y="2125980"/>
            <a:ext cx="777240" cy="77724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4" name="Image 5" descr="/home/claude/deck/assets/icons/rocke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1580" y="2242566"/>
            <a:ext cx="544068" cy="54406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527774" y="30815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9527774" y="3410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05</a:t>
            </a:r>
            <a:endParaRPr lang="en-US" sz="1050" dirty="0"/>
          </a:p>
        </p:txBody>
      </p:sp>
      <p:sp>
        <p:nvSpPr>
          <p:cNvPr id="27" name="Text 19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SKILLS GAINED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548640" y="4572000"/>
            <a:ext cx="1779788" cy="384048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548640" y="4572000"/>
            <a:ext cx="17797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HTML5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2474732" y="4572000"/>
            <a:ext cx="2209922" cy="384048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2474732" y="4572000"/>
            <a:ext cx="22099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&amp; Flexbox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4830958" y="4572000"/>
            <a:ext cx="1887322" cy="384048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33" name="Text 25"/>
          <p:cNvSpPr txBox="1"/>
          <p:nvPr/>
        </p:nvSpPr>
        <p:spPr>
          <a:xfrm>
            <a:off x="4830958" y="4572000"/>
            <a:ext cx="18873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ES6+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864584" y="4572000"/>
            <a:ext cx="2747589" cy="384048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6864584" y="4572000"/>
            <a:ext cx="27475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&amp; Async/Await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48640" y="5102352"/>
            <a:ext cx="2424989" cy="384048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548640" y="5102352"/>
            <a:ext cx="24249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Integration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3119933" y="5102352"/>
            <a:ext cx="2102388" cy="384048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3119933" y="5102352"/>
            <a:ext cx="2102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5368625" y="5102352"/>
            <a:ext cx="2855123" cy="384048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5368625" y="5102352"/>
            <a:ext cx="28551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Accessibility (WCAG)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8370052" y="5102352"/>
            <a:ext cx="1564721" cy="384048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8370052" y="5102352"/>
            <a:ext cx="156472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00" dirty="0"/>
          </a:p>
        </p:txBody>
      </p:sp>
      <p:sp>
        <p:nvSpPr>
          <p:cNvPr id="44" name="Shape 36"/>
          <p:cNvSpPr/>
          <p:nvPr/>
        </p:nvSpPr>
        <p:spPr>
          <a:xfrm>
            <a:off x="548640" y="5632704"/>
            <a:ext cx="2317455" cy="384048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548640" y="5632704"/>
            <a:ext cx="2317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3012399" y="5632704"/>
            <a:ext cx="1887322" cy="384048"/>
          </a:xfrm>
          <a:prstGeom prst="roundRect">
            <a:avLst>
              <a:gd name="adj" fmla="val 50000"/>
            </a:avLst>
          </a:prstGeom>
          <a:solidFill>
            <a:srgbClr val="E3F3F2"/>
          </a:solidFill>
          <a:ln/>
        </p:spPr>
      </p:sp>
      <p:sp>
        <p:nvSpPr>
          <p:cNvPr id="47" name="Text 39"/>
          <p:cNvSpPr txBox="1"/>
          <p:nvPr/>
        </p:nvSpPr>
        <p:spPr>
          <a:xfrm>
            <a:off x="3012399" y="5632704"/>
            <a:ext cx="18873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200" dirty="0"/>
          </a:p>
        </p:txBody>
      </p:sp>
      <p:sp>
        <p:nvSpPr>
          <p:cNvPr id="48" name="Text 40"/>
          <p:cNvSpPr txBox="1"/>
          <p:nvPr/>
        </p:nvSpPr>
        <p:spPr>
          <a:xfrm>
            <a:off x="11094415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icons/github_white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778240" y="4023360"/>
            <a:ext cx="4572000" cy="4572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96596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932688" y="28803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Internship — THIRANEX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32688" y="3364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tasks were completed successfully and submitted on track.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78408" y="4023360"/>
            <a:ext cx="512064" cy="512064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7" name="Image 1" descr="/home/claude/deck/assets/icons/githu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18" y="4100170"/>
            <a:ext cx="358445" cy="358445"/>
          </a:xfrm>
          <a:prstGeom prst="rect">
            <a:avLst/>
          </a:prstGeom>
        </p:spPr>
      </p:pic>
      <p:sp>
        <p:nvSpPr>
          <p:cNvPr id="8" name="Text 4">
            <a:hlinkClick r:id="rId3" tooltip=""/>
          </p:cNvPr>
          <p:cNvSpPr txBox="1"/>
          <p:nvPr/>
        </p:nvSpPr>
        <p:spPr>
          <a:xfrm>
            <a:off x="1627632" y="404164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u="sng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github.com/aryan-sahu31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6080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Sahu   ·   IILM University, Greater Noida   ·   B.Tech (CSE), 3rd Semester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THIRANEX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Development Internship - Task Completion Report</dc:title>
  <dc:subject>PptxGenJS Presentation</dc:subject>
  <dc:creator>Aryan Sahu</dc:creator>
  <cp:lastModifiedBy>Aryan Sahu</cp:lastModifiedBy>
  <cp:revision>1</cp:revision>
  <dcterms:created xsi:type="dcterms:W3CDTF">2026-08-31T05:55:05Z</dcterms:created>
  <dcterms:modified xsi:type="dcterms:W3CDTF">2026-08-31T05:55:05Z</dcterms:modified>
</cp:coreProperties>
</file>